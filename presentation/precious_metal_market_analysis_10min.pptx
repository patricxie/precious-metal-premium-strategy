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貴金屬市場分析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黃金與白銀期貨的量化訊號、回測結果與自動化資料流程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更新時間：2026-03-19 23:29:44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最佳策略：Silver BUY 20D | 總報酬 317.02%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1. 市場背景與研究動機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7315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為什麼選擇黃金與白銀，為什麼用量化方法做市場觀察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</a:defRPr>
            </a:pPr>
            <a:r>
              <a:t>黃金與白銀兼具避險、工業需求與美元利率敏感度，價格波動具有研究價值。</a:t>
            </a:r>
          </a:p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</a:defRPr>
            </a:pPr>
            <a:r>
              <a:t>貴金屬價格常受通膨預期、地緣政治、美元強弱與市場情緒共同影響。</a:t>
            </a:r>
          </a:p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</a:defRPr>
            </a:pPr>
            <a:r>
              <a:t>本專案的核心問題是：價格偏離均值後，是否存在可量化的均值回歸機會。</a:t>
            </a:r>
          </a:p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</a:defRPr>
            </a:pPr>
            <a:r>
              <a:t>研究目標不是預測所有行情，而是找出偏離過大時的高勝率交易區間。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2. 資料來源與分析架構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7315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從資料擷取、轉換、載入，到分析與視覺化展示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資料來源：Yahoo Finance，使用 gold futures（GC=F）與 silver futures（SI=F）。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ETL 流程：extract -&gt; transform -&gt; load -&gt; backtest -&gt; chart/report -&gt; Streamlit dashboard。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技術堆疊：Python、Pandas、SQLite、Matplotlib、Streamlit、GitHub Actions。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現在已完成每日自動更新，包含圖表與 PDF 報告，讓展示資料保持最新。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7556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資料頻率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05740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54"/>
                </a:solidFill>
              </a:defRPr>
            </a:pPr>
            <a:r>
              <a:t>Daily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64592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7556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回測區間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05740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54"/>
                </a:solidFill>
              </a:defRPr>
            </a:pPr>
            <a:r>
              <a:t>2 Years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92608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03580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自動更新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3375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54"/>
                </a:solidFill>
              </a:defRPr>
            </a:pPr>
            <a:r>
              <a:t>08:30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92608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303580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前端展示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3375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54"/>
                </a:solidFill>
              </a:defRPr>
            </a:pPr>
            <a:r>
              <a:t>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3. 訊號邏輯與研究方法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7315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以 MA20 偏離程度與 rolling Z-score 建立 BUY / SELL / HOLD 訊號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先計算 close 與 20 日均線的偏離：dev_ma20 = (close - ma_20) / ma_20。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再用 60 日 rolling window 計算 dev_ma20 的 Z-score，衡量偏離程度是否異常。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若 dev_ma20_z &lt;= -1.5 且短期均線高於長期均線，視為順勢中的回檔，給 BUY。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若 dev_ma20_z &gt;= 1.5 且短期均線低於長期均線，視為弱勢中的反彈，給 SELL。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最後分別測試 5、10、20 天持有期，觀察報酬、勝率、回撤與 Sharpe ratio。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4. 核心回測結果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7315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結論很明確：BUY 策略整體優於 SELL，且白銀彈性最大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7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最佳策略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54"/>
                </a:solidFill>
              </a:defRPr>
            </a:pPr>
            <a:r>
              <a:t>Silver BUY 20D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64207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總報酬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659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54"/>
                </a:solidFill>
              </a:defRPr>
            </a:pPr>
            <a:r>
              <a:t>317.02%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5448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664207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勝率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9659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54"/>
                </a:solidFill>
              </a:defRPr>
            </a:pPr>
            <a:r>
              <a:t>83.33%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55448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80" y="1664207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Max 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19659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54"/>
                </a:solidFill>
              </a:defRPr>
            </a:pPr>
            <a:r>
              <a:t>-9.57%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55448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664207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Sharpe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9659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54"/>
                </a:solidFill>
              </a:defRPr>
            </a:pPr>
            <a:r>
              <a:t>0.5967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7180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1. Silver BUY 20D: 資金 41702.50，總報酬 317.02%。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2. Silver BUY 10D: 資金 21129.45，總報酬 111.29%。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3. Gold BUY 20D: 資金 17364.68，總報酬 73.65%。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反向觀察：最差 SELL 策略為 Silver SELL 20D，總報酬 -42.99%。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說明目前市場中，順勢回檔買進比逆勢放空更有效率。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5. 圖表解讀：策略績效比較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7315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資金曲線顯示白銀 BUY 20D 明顯領先，其次為白銀 BUY 10D 與黃金 BUY 20D</a:t>
            </a:r>
          </a:p>
        </p:txBody>
      </p:sp>
      <p:pic>
        <p:nvPicPr>
          <p:cNvPr id="5" name="Picture 4" descr="equity_curve_comparison_all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858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55448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白銀的價格彈性較高，因此在均值回歸策略中，報酬擴張也最明顯。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黃金表現相對穩健，總報酬不如白銀，但回撤更可控。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資金曲線之間的差異，代表同樣的訊號框架在不同資產上有不同表現。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6. 圖表解讀：訊號與風險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7315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Z-score 可以看出極端偏離點，風險指標則幫助判斷策略可執行性</a:t>
            </a:r>
          </a:p>
        </p:txBody>
      </p:sp>
      <p:pic>
        <p:nvPicPr>
          <p:cNvPr id="5" name="Picture 4" descr="gold_zscore_2year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394960" cy="2312126"/>
          </a:xfrm>
          <a:prstGeom prst="rect">
            <a:avLst/>
          </a:prstGeom>
        </p:spPr>
      </p:pic>
      <p:pic>
        <p:nvPicPr>
          <p:cNvPr id="6" name="Picture 5" descr="silver_zscore_2year_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394960" cy="2312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風險比較：Gold BUY 20D Max Drawdown -4.46% | Silver BUY 20D Max Drawdown -9.57%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7. 系統價值與應用場景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7315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這不只是研究，而是一個可維護、可展示、可自動更新的量化分析系統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資料工程面：建立 ETL、健康檢查、SQLite 落地、自動更新與版本管理。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分析面：把原始價格轉成可操作的訊號、回測與風險指標。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展示面：用 Streamlit 把結果做成 dashboard，適合面試、專題或作品集展示。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商業應用：可延伸到投資研究、策略監控、商品市場觀察與自動化報表。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8. 結論、限制與下一步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2011680" cy="7315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</a:rPr>
              <a:t>目前結果具參考價值，但仍需控制樣本偏誤與交易假設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結論：近兩年最佳策略為 Silver BUY 20D，顯示白銀在極端偏離後的回歸效果最強。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限制：目前未納入交易成本、滑價、槓桿限制與宏觀因子聯動。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限制：回測樣本主要集中在近兩年，仍需擴展到更長時間區間驗證穩定性。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下一步：加入 spot/futures premium、美元指數、利率、通膨或機器學習特徵做多因子比較。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下一步：強化簡報與 dashboard，讓系統同時兼具研究與產品展示能力。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